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357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537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7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4583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4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808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412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420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73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3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8091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7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Introduction to Amazon SQS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Amazon SQS (Simple Queue Service) is a fully managed message queuing service provided by AWS.</a:t>
            </a:r>
          </a:p>
          <a:p>
            <a:pPr>
              <a:defRPr sz="1800"/>
            </a:pPr>
            <a:r>
              <a:t>It enables asynchronous communication between distributed applications and microservices.</a:t>
            </a:r>
          </a:p>
          <a:p>
            <a:pPr>
              <a:defRPr sz="1800"/>
            </a:pPr>
            <a:r>
              <a:t>SQS helps applications become scalable, reliable, and loosely coupled.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Business Need for SQS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Modern applications receive large volumes of requests simultaneously.</a:t>
            </a:r>
          </a:p>
          <a:p>
            <a:pPr>
              <a:defRPr sz="1800"/>
            </a:pPr>
            <a:r>
              <a:t>Direct communication between services can create bottlenecks and failures.</a:t>
            </a:r>
          </a:p>
          <a:p>
            <a:pPr>
              <a:defRPr sz="1800"/>
            </a:pPr>
            <a:r>
              <a:t>SQS acts as a buffer between services, improving reliability and scalability.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Real-World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E-commerce Order Processing System</a:t>
            </a:r>
          </a:p>
          <a:p>
            <a:pPr>
              <a:defRPr sz="1800"/>
            </a:pPr>
            <a:r>
              <a:t>Customer places an order on a website.</a:t>
            </a:r>
          </a:p>
          <a:p>
            <a:pPr>
              <a:defRPr sz="1800"/>
            </a:pPr>
            <a:r>
              <a:t>Order details are pushed into an SQS queue.</a:t>
            </a:r>
          </a:p>
          <a:p>
            <a:pPr>
              <a:defRPr sz="1800"/>
            </a:pPr>
            <a:r>
              <a:t>Backend services process orders asynchronously.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Producer Application sends messages to Amazon SQS.</a:t>
            </a:r>
          </a:p>
          <a:p>
            <a:pPr>
              <a:defRPr sz="1800"/>
            </a:pPr>
            <a:r>
              <a:t>SQS temporarily stores the messages securely.</a:t>
            </a:r>
          </a:p>
          <a:p>
            <a:pPr>
              <a:defRPr sz="1800"/>
            </a:pPr>
            <a:r>
              <a:t>AWS Lambda consumes and processes messages automatically.</a:t>
            </a:r>
          </a:p>
          <a:p>
            <a:pPr>
              <a:defRPr sz="1800"/>
            </a:pPr>
            <a:r>
              <a:t>CloudWatch Logs are used for monitoring and troubleshooting.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Types of SQS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Standard Queue</a:t>
            </a:r>
          </a:p>
          <a:p>
            <a:pPr>
              <a:defRPr sz="1800"/>
            </a:pPr>
            <a:r>
              <a:t>• High throughput</a:t>
            </a:r>
          </a:p>
          <a:p>
            <a:pPr>
              <a:defRPr sz="1800"/>
            </a:pPr>
            <a:r>
              <a:t>• Best-effort ordering</a:t>
            </a:r>
          </a:p>
          <a:p>
            <a:pPr>
              <a:defRPr sz="1800"/>
            </a:pPr>
            <a:endParaRPr/>
          </a:p>
          <a:p>
            <a:pPr>
              <a:defRPr sz="1800"/>
            </a:pPr>
            <a:r>
              <a:t>FIFO Queue</a:t>
            </a:r>
          </a:p>
          <a:p>
            <a:pPr>
              <a:defRPr sz="1800"/>
            </a:pPr>
            <a:r>
              <a:t>• First-In-First-Out processing</a:t>
            </a:r>
          </a:p>
          <a:p>
            <a:pPr>
              <a:defRPr sz="1800"/>
            </a:pPr>
            <a:r>
              <a:t>• No duplicate messages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Core SQS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Producer: Application that sends messages.</a:t>
            </a:r>
          </a:p>
          <a:p>
            <a:pPr>
              <a:defRPr sz="1800"/>
            </a:pPr>
            <a:r>
              <a:t>Consumer: Service that processes messages.</a:t>
            </a:r>
          </a:p>
          <a:p>
            <a:pPr>
              <a:defRPr sz="1800"/>
            </a:pPr>
            <a:r>
              <a:t>Visibility Timeout: Prevents duplicate processing.</a:t>
            </a:r>
          </a:p>
          <a:p>
            <a:pPr>
              <a:defRPr sz="1800"/>
            </a:pPr>
            <a:r>
              <a:t>Dead Letter Queue (DLQ): Stores failed messages for troubleshooting.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Hands-On Task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Created an SQS queue named order-processing-queue.</a:t>
            </a:r>
          </a:p>
          <a:p>
            <a:pPr>
              <a:defRPr sz="1800"/>
            </a:pPr>
            <a:r>
              <a:t>Created a Lambda function named process-order-function.</a:t>
            </a:r>
          </a:p>
          <a:p>
            <a:pPr>
              <a:defRPr sz="1800"/>
            </a:pPr>
            <a:r>
              <a:t>Integrated Lambda with SQS using triggers.</a:t>
            </a:r>
          </a:p>
          <a:p>
            <a:pPr>
              <a:defRPr sz="1800"/>
            </a:pPr>
            <a:r>
              <a:t>Sent order messages into the queue.</a:t>
            </a:r>
          </a:p>
          <a:p>
            <a:pPr>
              <a:defRPr sz="1800"/>
            </a:pPr>
            <a:r>
              <a:t>Verified processing through CloudWatch Logs.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AWS Lambda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Lambda automatically polls messages from SQS.</a:t>
            </a:r>
          </a:p>
          <a:p>
            <a:pPr>
              <a:defRPr sz="1800"/>
            </a:pPr>
            <a:r>
              <a:t>No infrastructure management required.</a:t>
            </a:r>
          </a:p>
          <a:p>
            <a:pPr>
              <a:defRPr sz="1800"/>
            </a:pPr>
            <a:r>
              <a:t>Supports serverless event-driven architecture.</a:t>
            </a:r>
          </a:p>
          <a:p>
            <a:pPr>
              <a:defRPr sz="1800"/>
            </a:pPr>
            <a:r>
              <a:t>Provides scalable and cost-effective 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IAM Permissions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Encountered permission issue while creating SQS trigger.</a:t>
            </a:r>
          </a:p>
          <a:p>
            <a:pPr>
              <a:defRPr sz="1800"/>
            </a:pPr>
            <a:r>
              <a:t>Attached AWSLambdaSQSQueueExecutionRole policy.</a:t>
            </a:r>
          </a:p>
          <a:p>
            <a:pPr>
              <a:defRPr sz="1800"/>
            </a:pPr>
            <a:r>
              <a:t>Attached AWSLambdaBasicExecutionRole policy.</a:t>
            </a:r>
          </a:p>
          <a:p>
            <a:pPr>
              <a:defRPr sz="1800"/>
            </a:pPr>
            <a:r>
              <a:t>Successfully enabled SQS-Lambda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Monitoring with CloudWatch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CloudWatch Logs captured Lambda execution details.</a:t>
            </a:r>
          </a:p>
          <a:p>
            <a:pPr>
              <a:defRPr sz="1800"/>
            </a:pPr>
            <a:r>
              <a:t>Verified successful message processing.</a:t>
            </a:r>
          </a:p>
          <a:p>
            <a:pPr>
              <a:defRPr sz="1800"/>
            </a:pPr>
            <a:r>
              <a:t>Used logs for troubleshooting and debugging.</a:t>
            </a:r>
          </a:p>
          <a:p>
            <a:pPr>
              <a:defRPr sz="1800"/>
            </a:pPr>
            <a:r>
              <a:t>Enabled operational visibility into serverless workflows.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Benefits of Amazon SQS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Improves scalability of applications.</a:t>
            </a:r>
          </a:p>
          <a:p>
            <a:pPr>
              <a:defRPr sz="1800"/>
            </a:pPr>
            <a:r>
              <a:t>Enhances fault tolerance and reliability.</a:t>
            </a:r>
          </a:p>
          <a:p>
            <a:pPr>
              <a:defRPr sz="1800"/>
            </a:pPr>
            <a:r>
              <a:t>Decouples services for better maintainability.</a:t>
            </a:r>
          </a:p>
          <a:p>
            <a:pPr>
              <a:defRPr sz="1800"/>
            </a:pPr>
            <a:r>
              <a:t>Supports asynchronous and distributed processing.</a:t>
            </a:r>
          </a:p>
          <a:p>
            <a:pPr>
              <a:defRPr sz="1800"/>
            </a:pPr>
            <a:r>
              <a:t>Seamlessly integrates with AWS services.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Amazon SQS simplifies communication between distributed applications.</a:t>
            </a:r>
          </a:p>
          <a:p>
            <a:pPr>
              <a:defRPr sz="1800"/>
            </a:pPr>
            <a:r>
              <a:t>Combined with AWS Lambda, it enables modern event-driven architectures.</a:t>
            </a:r>
          </a:p>
          <a:p>
            <a:pPr>
              <a:defRPr sz="1800"/>
            </a:pPr>
            <a:r>
              <a:t>This hands-on task demonstrated real-world serverless message processing using AWS services.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Amazon SQS Hands-On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</TotalTime>
  <Words>388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Introduction to Amazon SQS</vt:lpstr>
      <vt:lpstr>Business Need for SQS</vt:lpstr>
      <vt:lpstr>Real-World Use Case</vt:lpstr>
      <vt:lpstr>Architecture Overview</vt:lpstr>
      <vt:lpstr>Types of SQS Queues</vt:lpstr>
      <vt:lpstr>Core SQS Concepts</vt:lpstr>
      <vt:lpstr>Hands-On Task Performed</vt:lpstr>
      <vt:lpstr>AWS Lambda Integration</vt:lpstr>
      <vt:lpstr>IAM Permissions Configuration</vt:lpstr>
      <vt:lpstr>Monitoring with CloudWatch</vt:lpstr>
      <vt:lpstr>Benefits of Amazon SQS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Taha Quadri</dc:creator>
  <cp:keywords/>
  <dc:description>generated using python-pptx</dc:description>
  <cp:lastModifiedBy>Syed Taha Quadri</cp:lastModifiedBy>
  <cp:revision>2</cp:revision>
  <dcterms:created xsi:type="dcterms:W3CDTF">2013-01-27T09:14:16Z</dcterms:created>
  <dcterms:modified xsi:type="dcterms:W3CDTF">2026-05-07T07:16:16Z</dcterms:modified>
  <cp:category/>
</cp:coreProperties>
</file>