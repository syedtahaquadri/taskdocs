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What is AWS Secrets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AWS Secrets Manager is a fully managed service used to securely store and manage sensitive information.</a:t>
            </a:r>
          </a:p>
          <a:p>
            <a:pPr>
              <a:defRPr sz="1800"/>
            </a:pPr>
            <a:r>
              <a:t>Used for passwords, API keys, database credentials, and application secrets.</a:t>
            </a:r>
          </a:p>
          <a:p>
            <a:pPr>
              <a:defRPr sz="1800"/>
            </a:pPr>
            <a:r>
              <a:t>Provides encryption and secure access management.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Why Do We Use Secrets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Avoids hardcoding credentials in applications.</a:t>
            </a:r>
          </a:p>
          <a:p>
            <a:pPr>
              <a:defRPr sz="1800"/>
            </a:pPr>
            <a:r>
              <a:t>Improves security and compliance.</a:t>
            </a:r>
          </a:p>
          <a:p>
            <a:pPr>
              <a:defRPr sz="1800"/>
            </a:pPr>
            <a:r>
              <a:t>Supports automatic secret rotation.</a:t>
            </a:r>
          </a:p>
          <a:p>
            <a:pPr>
              <a:defRPr sz="1800"/>
            </a:pPr>
            <a:r>
              <a:t>Provides centralized secret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Real 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Database credentials for RDS and MySQL.</a:t>
            </a:r>
          </a:p>
          <a:p>
            <a:pPr>
              <a:defRPr sz="1800"/>
            </a:pPr>
            <a:r>
              <a:t>API keys for third-party integrations.</a:t>
            </a:r>
          </a:p>
          <a:p>
            <a:pPr>
              <a:defRPr sz="1800"/>
            </a:pPr>
            <a:r>
              <a:t>Jenkins and DevOps pipeline credentials.</a:t>
            </a:r>
          </a:p>
          <a:p>
            <a:pPr>
              <a:defRPr sz="1800"/>
            </a:pPr>
            <a:r>
              <a:t>Application authentication tokens.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Applications request secrets securely.</a:t>
            </a:r>
          </a:p>
          <a:p>
            <a:pPr>
              <a:defRPr sz="1800"/>
            </a:pPr>
            <a:r>
              <a:t>Secrets Manager stores encrypted secrets.</a:t>
            </a:r>
          </a:p>
          <a:p>
            <a:pPr>
              <a:defRPr sz="1800"/>
            </a:pPr>
            <a:r>
              <a:t>AWS KMS handles encryption and decryption.</a:t>
            </a:r>
          </a:p>
          <a:p>
            <a:pPr>
              <a:defRPr sz="1800"/>
            </a:pPr>
            <a:r>
              <a:t>IAM policies control access permissions.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Hands-On Task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Opened AWS Secrets Manager.</a:t>
            </a:r>
          </a:p>
          <a:p>
            <a:pPr>
              <a:defRPr sz="1800"/>
            </a:pPr>
            <a:r>
              <a:t>Created a new secret named test-secret.</a:t>
            </a:r>
          </a:p>
          <a:p>
            <a:pPr>
              <a:defRPr sz="1800"/>
            </a:pPr>
            <a:r>
              <a:t>Stored username and password securely.</a:t>
            </a:r>
          </a:p>
          <a:p>
            <a:pPr>
              <a:defRPr sz="1800"/>
            </a:pPr>
            <a:r>
              <a:t>Retrieved secret using AWS CLI.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Creating a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Selected 'Other type of secret'.</a:t>
            </a:r>
          </a:p>
          <a:p>
            <a:pPr>
              <a:defRPr sz="1800"/>
            </a:pPr>
            <a:r>
              <a:t>Added key-value pairs for credentials.</a:t>
            </a:r>
          </a:p>
          <a:p>
            <a:pPr>
              <a:defRPr sz="1800"/>
            </a:pPr>
            <a:r>
              <a:t>Configured encryption using AWS KMS.</a:t>
            </a:r>
          </a:p>
          <a:p>
            <a:pPr>
              <a:defRPr sz="1800"/>
            </a:pPr>
            <a:r>
              <a:t>Stored the secret successfully.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Retrieving Secret Using AWS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Used AWS CLI command to retrieve secret values.</a:t>
            </a:r>
          </a:p>
          <a:p>
            <a:pPr>
              <a:defRPr sz="1800"/>
            </a:pPr>
            <a:r>
              <a:t>Retrieved encrypted credentials securely.</a:t>
            </a:r>
          </a:p>
          <a:p>
            <a:pPr>
              <a:defRPr sz="1800"/>
            </a:pPr>
            <a:r>
              <a:t>Observed JSON output format.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AWS CLI Command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aws secretsmanager get-secret-value --secret-id test-secret</a:t>
            </a:r>
          </a:p>
          <a:p>
            <a:pPr>
              <a:defRPr sz="1800"/>
            </a:pPr>
            <a:r>
              <a:t>Used query and output options for formatted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Secrets encrypted using AWS KMS.</a:t>
            </a:r>
          </a:p>
          <a:p>
            <a:pPr>
              <a:defRPr sz="1800"/>
            </a:pPr>
            <a:r>
              <a:t>Fine-grained IAM access control.</a:t>
            </a:r>
          </a:p>
          <a:p>
            <a:pPr>
              <a:defRPr sz="1800"/>
            </a:pPr>
            <a:r>
              <a:t>Supports automatic rotation.</a:t>
            </a:r>
          </a:p>
          <a:p>
            <a:pPr>
              <a:defRPr sz="1800"/>
            </a:pPr>
            <a:r>
              <a:t>Improves security best practices.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Secrets Manager vs Hardcoded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Hardcoded passwords are insecure.</a:t>
            </a:r>
          </a:p>
          <a:p>
            <a:pPr>
              <a:defRPr sz="1800"/>
            </a:pPr>
            <a:r>
              <a:t>Secrets Manager securely stores sensitive data.</a:t>
            </a:r>
          </a:p>
          <a:p>
            <a:pPr>
              <a:defRPr sz="1800"/>
            </a:pPr>
            <a:r>
              <a:t>Applications fetch secrets dynamically.</a:t>
            </a:r>
          </a:p>
          <a:p>
            <a:pPr>
              <a:defRPr sz="1800"/>
            </a:pPr>
            <a:r>
              <a:t>Improves operational security.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Benefits of Secrets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Secure secret storage</a:t>
            </a:r>
          </a:p>
          <a:p>
            <a:pPr>
              <a:defRPr sz="1800"/>
            </a:pPr>
            <a:r>
              <a:t>Centralized credential management</a:t>
            </a:r>
          </a:p>
          <a:p>
            <a:pPr>
              <a:defRPr sz="1800"/>
            </a:pPr>
            <a:r>
              <a:t>Automatic secret rotation</a:t>
            </a:r>
          </a:p>
          <a:p>
            <a:pPr>
              <a:defRPr sz="1800"/>
            </a:pPr>
            <a:r>
              <a:t>Integration with AWS services</a:t>
            </a:r>
          </a:p>
          <a:p>
            <a:pPr>
              <a:defRPr sz="1800"/>
            </a:pPr>
            <a:r>
              <a:t>Enhanced application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AWS Secrets Manager improves application security.</a:t>
            </a:r>
          </a:p>
          <a:p>
            <a:pPr>
              <a:defRPr sz="1800"/>
            </a:pPr>
            <a:r>
              <a:t>Helps securely manage sensitive credentials.</a:t>
            </a:r>
          </a:p>
          <a:p>
            <a:pPr>
              <a:defRPr sz="1800"/>
            </a:pPr>
            <a:r>
              <a:t>Supports enterprise-grade secret management and automation.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Secrets Manager Hands-On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317</Words>
  <Application>Microsoft Office PowerPoint</Application>
  <PresentationFormat>On-screen Show (4:3)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What is AWS Secrets Manager?</vt:lpstr>
      <vt:lpstr>Why Do We Use Secrets Manager?</vt:lpstr>
      <vt:lpstr>Real World Use Cases</vt:lpstr>
      <vt:lpstr>Architecture Overview</vt:lpstr>
      <vt:lpstr>Hands-On Task Performed</vt:lpstr>
      <vt:lpstr>Creating a Secret</vt:lpstr>
      <vt:lpstr>Retrieving Secret Using AWS CLI</vt:lpstr>
      <vt:lpstr>AWS CLI Command Used</vt:lpstr>
      <vt:lpstr>Security Features</vt:lpstr>
      <vt:lpstr>Secrets Manager vs Hardcoded Credentials</vt:lpstr>
      <vt:lpstr>Benefits of Secrets Manager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Taha Quadri</dc:creator>
  <cp:keywords/>
  <dc:description>generated using python-pptx</dc:description>
  <cp:lastModifiedBy>Syed Taha Quadri</cp:lastModifiedBy>
  <cp:revision>2</cp:revision>
  <dcterms:created xsi:type="dcterms:W3CDTF">2013-01-27T09:14:16Z</dcterms:created>
  <dcterms:modified xsi:type="dcterms:W3CDTF">2026-05-07T10:11:40Z</dcterms:modified>
  <cp:category/>
</cp:coreProperties>
</file>