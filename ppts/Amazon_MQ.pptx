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0" r:id="rId13"/>
    <p:sldId id="271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What is Amazon MQ?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Amazon MQ is a fully managed message broker service provided by AWS.</a:t>
            </a:r>
          </a:p>
          <a:p>
            <a:pPr>
              <a:defRPr sz="1800"/>
            </a:pPr>
            <a:r>
              <a:t>It enables reliable communication between distributed applications.</a:t>
            </a:r>
          </a:p>
          <a:p>
            <a:pPr>
              <a:defRPr sz="1800"/>
            </a:pPr>
            <a:r>
              <a:t>Supports industry-standard messaging protocols.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Why Do We Use Amazon MQ?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Enables asynchronous communication.</a:t>
            </a:r>
          </a:p>
          <a:p>
            <a:pPr>
              <a:defRPr sz="1800"/>
            </a:pPr>
            <a:r>
              <a:t>Improves scalability and reliability.</a:t>
            </a:r>
          </a:p>
          <a:p>
            <a:pPr>
              <a:defRPr sz="1800"/>
            </a:pPr>
            <a:r>
              <a:t>Decouples applications and services.</a:t>
            </a:r>
          </a:p>
          <a:p>
            <a:pPr>
              <a:defRPr sz="1800"/>
            </a:pPr>
            <a:r>
              <a:t>Supports enterprise messaging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Real World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Food delivery applications</a:t>
            </a:r>
          </a:p>
          <a:p>
            <a:pPr>
              <a:defRPr sz="1800"/>
            </a:pPr>
            <a:r>
              <a:t>Banking systems</a:t>
            </a:r>
          </a:p>
          <a:p>
            <a:pPr>
              <a:defRPr sz="1800"/>
            </a:pPr>
            <a:r>
              <a:t>Airline reservation systems</a:t>
            </a:r>
          </a:p>
          <a:p>
            <a:pPr>
              <a:defRPr sz="1800"/>
            </a:pPr>
            <a:r>
              <a:t>Enterprise middleware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Producer applications send messages.</a:t>
            </a:r>
          </a:p>
          <a:p>
            <a:pPr>
              <a:defRPr sz="1800"/>
            </a:pPr>
            <a:r>
              <a:t>Amazon MQ broker stores and routes messages.</a:t>
            </a:r>
          </a:p>
          <a:p>
            <a:pPr>
              <a:defRPr sz="1800"/>
            </a:pPr>
            <a:r>
              <a:t>Consumers process messages asynchronously.</a:t>
            </a:r>
          </a:p>
          <a:p>
            <a:pPr>
              <a:defRPr sz="1800"/>
            </a:pPr>
            <a:r>
              <a:t>Web console used for monitoring and 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Hands-On Task Performed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Created ActiveMQ broker.</a:t>
            </a:r>
          </a:p>
          <a:p>
            <a:pPr>
              <a:defRPr sz="1800"/>
            </a:pPr>
            <a:r>
              <a:t>Configured networking and security groups.</a:t>
            </a:r>
          </a:p>
          <a:p>
            <a:pPr>
              <a:defRPr sz="1800"/>
            </a:pPr>
            <a:r>
              <a:t>Accessed ActiveMQ web console.</a:t>
            </a:r>
          </a:p>
          <a:p>
            <a:pPr>
              <a:defRPr sz="1800"/>
            </a:pPr>
            <a:r>
              <a:t>Created queue named foo.bar.</a:t>
            </a:r>
          </a:p>
          <a:p>
            <a:pPr>
              <a:defRPr sz="1800"/>
            </a:pPr>
            <a:r>
              <a:t>Sent and browsed messages.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Broker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Selected ActiveMQ engine.</a:t>
            </a:r>
          </a:p>
          <a:p>
            <a:pPr>
              <a:defRPr sz="1800"/>
            </a:pPr>
            <a:r>
              <a:t>Used single-instance deployment mode.</a:t>
            </a:r>
          </a:p>
          <a:p>
            <a:pPr>
              <a:defRPr sz="1800"/>
            </a:pPr>
            <a:r>
              <a:t>Configured broker username and password.</a:t>
            </a:r>
          </a:p>
          <a:p>
            <a:pPr>
              <a:defRPr sz="1800"/>
            </a:pPr>
            <a:r>
              <a:t>Enabled public accessibility for learning.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Security Group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Allowed inbound access on port 8162.</a:t>
            </a:r>
          </a:p>
          <a:p>
            <a:pPr>
              <a:defRPr sz="1800"/>
            </a:pPr>
            <a:r>
              <a:t>Connected successfully to web console.</a:t>
            </a:r>
          </a:p>
          <a:p>
            <a:pPr>
              <a:defRPr sz="1800"/>
            </a:pPr>
            <a:r>
              <a:t>Understood broker network security.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Queue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Observed pending messages.</a:t>
            </a:r>
          </a:p>
          <a:p>
            <a:pPr>
              <a:defRPr sz="1800"/>
            </a:pPr>
            <a:r>
              <a:t>Observed enqueued and dequeued counts.</a:t>
            </a:r>
          </a:p>
          <a:p>
            <a:pPr>
              <a:defRPr sz="1800"/>
            </a:pPr>
            <a:r>
              <a:t>Understood consumer connections.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Message Browsing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Browsed messages from queue.</a:t>
            </a:r>
          </a:p>
          <a:p>
            <a:pPr>
              <a:defRPr sz="1800"/>
            </a:pPr>
            <a:r>
              <a:t>Viewed message metadata.</a:t>
            </a:r>
          </a:p>
          <a:p>
            <a:pPr>
              <a:defRPr sz="1800"/>
            </a:pPr>
            <a:r>
              <a:t>Checked timestamps and persistence settings.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Persistence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Persistent messages survive broker restarts.</a:t>
            </a:r>
          </a:p>
          <a:p>
            <a:pPr>
              <a:defRPr sz="1800"/>
            </a:pPr>
            <a:r>
              <a:t>Non-persistent messages may be lost.</a:t>
            </a:r>
          </a:p>
          <a:p>
            <a:pPr>
              <a:defRPr sz="1800"/>
            </a:pPr>
            <a:r>
              <a:t>Persistence improves reliability.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Benefits of Amazon MQ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Reliable message delivery</a:t>
            </a:r>
          </a:p>
          <a:p>
            <a:pPr>
              <a:defRPr sz="1800"/>
            </a:pPr>
            <a:r>
              <a:t>Enterprise protocol support</a:t>
            </a:r>
          </a:p>
          <a:p>
            <a:pPr>
              <a:defRPr sz="1800"/>
            </a:pPr>
            <a:r>
              <a:t>Scalable communication</a:t>
            </a:r>
          </a:p>
          <a:p>
            <a:pPr>
              <a:defRPr sz="1800"/>
            </a:pPr>
            <a:r>
              <a:t>Managed messaging infrastructure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Amazon MQ simplifies enterprise messaging architectures.</a:t>
            </a:r>
          </a:p>
          <a:p>
            <a:pPr>
              <a:defRPr sz="1800"/>
            </a:pPr>
            <a:r>
              <a:t>Provides reliable communication between services.</a:t>
            </a:r>
          </a:p>
          <a:p>
            <a:pPr>
              <a:defRPr sz="1800"/>
            </a:pPr>
            <a:r>
              <a:t>Supports enterprise and legacy applications.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Amazon MQ Hands-On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264</Words>
  <Application>Microsoft Office PowerPoint</Application>
  <PresentationFormat>On-screen Show (4:3)</PresentationFormat>
  <Paragraphs>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What is Amazon MQ?</vt:lpstr>
      <vt:lpstr>Why Do We Use Amazon MQ?</vt:lpstr>
      <vt:lpstr>Real World Example</vt:lpstr>
      <vt:lpstr>Architecture Overview</vt:lpstr>
      <vt:lpstr>Hands-On Task Performed</vt:lpstr>
      <vt:lpstr>Broker Configuration</vt:lpstr>
      <vt:lpstr>Security Group Configuration</vt:lpstr>
      <vt:lpstr>Queue Monitoring</vt:lpstr>
      <vt:lpstr>Message Browsing</vt:lpstr>
      <vt:lpstr>Persistence</vt:lpstr>
      <vt:lpstr>Benefits of Amazon MQ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Syed Taha Quadri</dc:creator>
  <cp:keywords/>
  <dc:description>generated using python-pptx</dc:description>
  <cp:lastModifiedBy>Syed Taha Quadri</cp:lastModifiedBy>
  <cp:revision>2</cp:revision>
  <dcterms:created xsi:type="dcterms:W3CDTF">2013-01-27T09:14:16Z</dcterms:created>
  <dcterms:modified xsi:type="dcterms:W3CDTF">2026-05-07T09:38:02Z</dcterms:modified>
  <cp:category/>
</cp:coreProperties>
</file>