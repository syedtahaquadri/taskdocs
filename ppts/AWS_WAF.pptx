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Introduction to AWS WAF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AWS WAF (Web Application Firewall) protects web applications from malicious HTTP and HTTPS traffic.</a:t>
            </a:r>
          </a:p>
          <a:p>
            <a:pPr>
              <a:defRPr sz="1800"/>
            </a:pPr>
            <a:r>
              <a:t>It filters, monitors, and blocks harmful requests before they reach backend applications.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Why AWS WAF?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Protects applications against common web attacks.</a:t>
            </a:r>
          </a:p>
          <a:p>
            <a:pPr>
              <a:defRPr sz="1800"/>
            </a:pPr>
            <a:r>
              <a:t>Provides Layer 7 application security.</a:t>
            </a:r>
          </a:p>
          <a:p>
            <a:pPr>
              <a:defRPr sz="1800"/>
            </a:pPr>
            <a:r>
              <a:t>Integrates with ALB, CloudFront, and API Gateway.</a:t>
            </a:r>
          </a:p>
          <a:p>
            <a:pPr>
              <a:defRPr sz="1800"/>
            </a:pPr>
            <a:r>
              <a:t>Improves security and application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Common Attacks Prevented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SQL Injection (SQLi)</a:t>
            </a:r>
          </a:p>
          <a:p>
            <a:pPr>
              <a:defRPr sz="1800"/>
            </a:pPr>
            <a:r>
              <a:t>Cross-Site Scripting (XSS)</a:t>
            </a:r>
          </a:p>
          <a:p>
            <a:pPr>
              <a:defRPr sz="1800"/>
            </a:pPr>
            <a:r>
              <a:t>Bot attacks</a:t>
            </a:r>
          </a:p>
          <a:p>
            <a:pPr>
              <a:defRPr sz="1800"/>
            </a:pPr>
            <a:r>
              <a:t>HTTP flood attacks</a:t>
            </a:r>
          </a:p>
          <a:p>
            <a:pPr>
              <a:defRPr sz="1800"/>
            </a:pPr>
            <a:r>
              <a:t>Malicious IP traffic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Internet Users send requests.</a:t>
            </a:r>
          </a:p>
          <a:p>
            <a:pPr>
              <a:defRPr sz="1800"/>
            </a:pPr>
            <a:r>
              <a:t>AWS WAF inspects incoming traffic.</a:t>
            </a:r>
          </a:p>
          <a:p>
            <a:pPr>
              <a:defRPr sz="1800"/>
            </a:pPr>
            <a:r>
              <a:t>Application Load Balancer forwards safe requests.</a:t>
            </a:r>
          </a:p>
          <a:p>
            <a:pPr>
              <a:defRPr sz="1800"/>
            </a:pPr>
            <a:r>
              <a:t>EC2 instances host the web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Hands-On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Internet → AWS WAF → ALB → EC2 Apache Server</a:t>
            </a:r>
          </a:p>
          <a:p>
            <a:pPr>
              <a:defRPr sz="1800"/>
            </a:pPr>
            <a:r>
              <a:t>Implemented secure enterprise-style web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Services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Amazon EC2</a:t>
            </a:r>
          </a:p>
          <a:p>
            <a:pPr>
              <a:defRPr sz="1800"/>
            </a:pPr>
            <a:r>
              <a:t>Application Load Balancer</a:t>
            </a:r>
          </a:p>
          <a:p>
            <a:pPr>
              <a:defRPr sz="1800"/>
            </a:pPr>
            <a:r>
              <a:t>AWS WAF</a:t>
            </a:r>
          </a:p>
          <a:p>
            <a:pPr>
              <a:defRPr sz="1800"/>
            </a:pPr>
            <a:r>
              <a:t>CloudWatch</a:t>
            </a:r>
          </a:p>
          <a:p>
            <a:pPr>
              <a:defRPr sz="1800"/>
            </a:pPr>
            <a:r>
              <a:t>Target Groups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EC2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Launched Amazon Linux EC2 instance.</a:t>
            </a:r>
          </a:p>
          <a:p>
            <a:pPr>
              <a:defRPr sz="1800"/>
            </a:pPr>
            <a:r>
              <a:t>Installed Apache HTTP Server.</a:t>
            </a:r>
          </a:p>
          <a:p>
            <a:pPr>
              <a:defRPr sz="1800"/>
            </a:pPr>
            <a:r>
              <a:t>Configured sample web application.</a:t>
            </a:r>
          </a:p>
          <a:p>
            <a:pPr>
              <a:defRPr sz="1800"/>
            </a:pPr>
            <a:r>
              <a:t>Enabled HTTP access on port 80.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Target Group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Created target group for EC2 instances.</a:t>
            </a:r>
          </a:p>
          <a:p>
            <a:pPr>
              <a:defRPr sz="1800"/>
            </a:pPr>
            <a:r>
              <a:t>Configured HTTP health checks.</a:t>
            </a:r>
          </a:p>
          <a:p>
            <a:pPr>
              <a:defRPr sz="1800"/>
            </a:pPr>
            <a:r>
              <a:t>Registered EC2 instances successfully.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Application Load Balancer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Created internet-facing ALB.</a:t>
            </a:r>
          </a:p>
          <a:p>
            <a:pPr>
              <a:defRPr sz="1800"/>
            </a:pPr>
            <a:r>
              <a:t>Configured listeners on port 80.</a:t>
            </a:r>
          </a:p>
          <a:p>
            <a:pPr>
              <a:defRPr sz="1800"/>
            </a:pPr>
            <a:r>
              <a:t>Forwarded traffic to target group.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AWS WAF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Created Web ACL (Protection Pack).</a:t>
            </a:r>
          </a:p>
          <a:p>
            <a:pPr>
              <a:defRPr sz="1800"/>
            </a:pPr>
            <a:r>
              <a:t>Associated WAF with ALB.</a:t>
            </a:r>
          </a:p>
          <a:p>
            <a:pPr>
              <a:defRPr sz="1800"/>
            </a:pPr>
            <a:r>
              <a:t>Enabled AWS Managed Rule Groups.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Managed Rules Enabled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AWS Core Rule Set</a:t>
            </a:r>
          </a:p>
          <a:p>
            <a:pPr>
              <a:defRPr sz="1800"/>
            </a:pPr>
            <a:r>
              <a:t>IP Reputation Protection</a:t>
            </a:r>
          </a:p>
          <a:p>
            <a:pPr>
              <a:defRPr sz="1800"/>
            </a:pPr>
            <a:r>
              <a:t>Anonymous IP Protection</a:t>
            </a:r>
          </a:p>
          <a:p>
            <a:pPr>
              <a:defRPr sz="1800"/>
            </a:pPr>
            <a:r>
              <a:t>Bot Control Protection</a:t>
            </a:r>
          </a:p>
          <a:p>
            <a:pPr>
              <a:defRPr sz="1800"/>
            </a:pPr>
            <a:r>
              <a:t>Rate Limiting Rules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Testing AWS WAF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Performed SQL Injection testing.</a:t>
            </a:r>
          </a:p>
          <a:p>
            <a:pPr>
              <a:defRPr sz="1800"/>
            </a:pPr>
            <a:r>
              <a:t>Performed XSS payload testing.</a:t>
            </a:r>
          </a:p>
          <a:p>
            <a:pPr>
              <a:defRPr sz="1800"/>
            </a:pPr>
            <a:r>
              <a:t>Observed blocked requests and rule matches.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SQL Injection Test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http://ALB-DNS/?id=' OR 1=1 --</a:t>
            </a:r>
          </a:p>
          <a:p>
            <a:pPr>
              <a:defRPr sz="1800"/>
            </a:pPr>
            <a:r>
              <a:t>AWS WAF detected malicious payloads and blocked traffic.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Monitoring and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Used AWS WAF Dashboard for monitoring.</a:t>
            </a:r>
          </a:p>
          <a:p>
            <a:pPr>
              <a:defRPr sz="1800"/>
            </a:pPr>
            <a:r>
              <a:t>Observed allowed and blocked requests.</a:t>
            </a:r>
          </a:p>
          <a:p>
            <a:pPr>
              <a:defRPr sz="1800"/>
            </a:pPr>
            <a:r>
              <a:t>Used CloudWatch metrics for visibility.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Benefits of AWS WAF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Protects applications from web attacks.</a:t>
            </a:r>
          </a:p>
          <a:p>
            <a:pPr>
              <a:defRPr sz="1800"/>
            </a:pPr>
            <a:r>
              <a:t>Improves application security.</a:t>
            </a:r>
          </a:p>
          <a:p>
            <a:pPr>
              <a:defRPr sz="1800"/>
            </a:pPr>
            <a:r>
              <a:t>Provides centralized traffic filtering.</a:t>
            </a:r>
          </a:p>
          <a:p>
            <a:pPr>
              <a:defRPr sz="1800"/>
            </a:pPr>
            <a:r>
              <a:t>Supports enterprise-grade web protection.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Successfully implemented AWS WAF with ALB.</a:t>
            </a:r>
          </a:p>
          <a:p>
            <a:pPr>
              <a:defRPr sz="1800"/>
            </a:pPr>
            <a:r>
              <a:t>Protected web applications from common attacks.</a:t>
            </a:r>
          </a:p>
          <a:p>
            <a:pPr>
              <a:defRPr sz="1800"/>
            </a:pPr>
            <a:r>
              <a:t>Built secure AWS web infrastructure.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AWS WAF Hands-On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367</Words>
  <Application>Microsoft Office PowerPoint</Application>
  <PresentationFormat>On-screen Show (4:3)</PresentationFormat>
  <Paragraphs>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Introduction to AWS WAF</vt:lpstr>
      <vt:lpstr>Why AWS WAF?</vt:lpstr>
      <vt:lpstr>Common Attacks Prevented</vt:lpstr>
      <vt:lpstr>Architecture Overview</vt:lpstr>
      <vt:lpstr>Hands-On Architecture</vt:lpstr>
      <vt:lpstr>Services Used</vt:lpstr>
      <vt:lpstr>EC2 Setup</vt:lpstr>
      <vt:lpstr>Target Group Configuration</vt:lpstr>
      <vt:lpstr>Application Load Balancer Setup</vt:lpstr>
      <vt:lpstr>AWS WAF Configuration</vt:lpstr>
      <vt:lpstr>Managed Rules Enabled</vt:lpstr>
      <vt:lpstr>Testing AWS WAF</vt:lpstr>
      <vt:lpstr>SQL Injection Test Example</vt:lpstr>
      <vt:lpstr>Monitoring and Metrics</vt:lpstr>
      <vt:lpstr>Benefits of AWS WAF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Taha Quadri</dc:creator>
  <cp:keywords/>
  <dc:description>generated using python-pptx</dc:description>
  <cp:lastModifiedBy>Syed Taha Quadri</cp:lastModifiedBy>
  <cp:revision>2</cp:revision>
  <dcterms:created xsi:type="dcterms:W3CDTF">2013-01-27T09:14:16Z</dcterms:created>
  <dcterms:modified xsi:type="dcterms:W3CDTF">2026-05-07T12:09:19Z</dcterms:modified>
  <cp:category/>
</cp:coreProperties>
</file>