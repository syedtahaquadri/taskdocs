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48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1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6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2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47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25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0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4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99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73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0098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46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209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90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52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97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1139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AWS API Gateway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API Gateway?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Fully managed AWS service</a:t>
            </a:r>
          </a:p>
          <a:p>
            <a:r>
              <a:rPr sz="1800"/>
              <a:t>• Used to create, publish, secure and monitor APIs</a:t>
            </a:r>
          </a:p>
          <a:p>
            <a:r>
              <a:rPr sz="1800"/>
              <a:t>• Works as an entry point between users and backend services</a:t>
            </a:r>
          </a:p>
          <a:p>
            <a:r>
              <a:rPr sz="1800"/>
              <a:t>• Commonly integrated with Lambda, EC2, ECS, and Load Balancers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AWS API Gateway is a managed AWS service that allows applications to communicate securely with backend services using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API Gateway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Exposes backend applications securely</a:t>
            </a:r>
          </a:p>
          <a:p>
            <a:r>
              <a:rPr sz="1800"/>
              <a:t>• Eliminates need to manage web servers</a:t>
            </a:r>
          </a:p>
          <a:p>
            <a:r>
              <a:rPr sz="1800"/>
              <a:t>• Provides HTTPS endpoints automatically</a:t>
            </a:r>
          </a:p>
          <a:p>
            <a:r>
              <a:rPr sz="1800"/>
              <a:t>• Supports authentication and authorization</a:t>
            </a:r>
          </a:p>
          <a:p>
            <a:r>
              <a:rPr sz="1800"/>
              <a:t>• Scales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Restaurant Analogy:</a:t>
            </a:r>
          </a:p>
          <a:p>
            <a:endParaRPr sz="1800"/>
          </a:p>
          <a:p>
            <a:r>
              <a:rPr sz="1800"/>
              <a:t>Customer → Waiter → Kitchen</a:t>
            </a:r>
          </a:p>
          <a:p>
            <a:endParaRPr sz="1800"/>
          </a:p>
          <a:p>
            <a:r>
              <a:rPr sz="1800"/>
              <a:t>Customer = User</a:t>
            </a:r>
          </a:p>
          <a:p>
            <a:r>
              <a:rPr sz="1800"/>
              <a:t>Waiter = API Gateway</a:t>
            </a:r>
          </a:p>
          <a:p>
            <a:r>
              <a:rPr sz="1800"/>
              <a:t>Kitchen = Backend Service</a:t>
            </a:r>
          </a:p>
          <a:p>
            <a:r>
              <a:rPr sz="1800"/>
              <a:t>Food =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API?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API stands for Application Programming Interface.</a:t>
            </a:r>
          </a:p>
          <a:p>
            <a:endParaRPr sz="1800"/>
          </a:p>
          <a:p>
            <a:r>
              <a:rPr sz="1800"/>
              <a:t>It is a way for applications to communicate with each other.</a:t>
            </a:r>
          </a:p>
          <a:p>
            <a:endParaRPr sz="1800"/>
          </a:p>
          <a:p>
            <a:r>
              <a:rPr sz="1800"/>
              <a:t>Example:</a:t>
            </a:r>
          </a:p>
          <a:p>
            <a:r>
              <a:rPr sz="1800"/>
              <a:t>Mobile App → API → Backend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APIs in AWS 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HTTP API</a:t>
            </a:r>
          </a:p>
          <a:p>
            <a:r>
              <a:rPr sz="1800"/>
              <a:t>  - Simple</a:t>
            </a:r>
          </a:p>
          <a:p>
            <a:r>
              <a:rPr sz="1800"/>
              <a:t>  - Faster</a:t>
            </a:r>
          </a:p>
          <a:p>
            <a:r>
              <a:rPr sz="1800"/>
              <a:t>  - Cheaper</a:t>
            </a:r>
          </a:p>
          <a:p>
            <a:endParaRPr sz="1800"/>
          </a:p>
          <a:p>
            <a:r>
              <a:rPr sz="1800"/>
              <a:t>• REST API</a:t>
            </a:r>
          </a:p>
          <a:p>
            <a:r>
              <a:rPr sz="1800"/>
              <a:t>  - More advanced features</a:t>
            </a:r>
          </a:p>
          <a:p>
            <a:r>
              <a:rPr sz="1800"/>
              <a:t>  - More customization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HTTP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GET → Retrieve data</a:t>
            </a:r>
          </a:p>
          <a:p>
            <a:r>
              <a:rPr sz="1800"/>
              <a:t>POST → Create data</a:t>
            </a:r>
          </a:p>
          <a:p>
            <a:r>
              <a:rPr sz="1800"/>
              <a:t>PUT → Update data</a:t>
            </a:r>
          </a:p>
          <a:p>
            <a:r>
              <a:rPr sz="1800"/>
              <a:t>DELETE → Delete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 Integrated with 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AWS Lambda</a:t>
            </a:r>
          </a:p>
          <a:p>
            <a:r>
              <a:rPr sz="1800"/>
              <a:t>• EC2 Instances</a:t>
            </a:r>
          </a:p>
          <a:p>
            <a:r>
              <a:rPr sz="1800"/>
              <a:t>• ECS Containers</a:t>
            </a:r>
          </a:p>
          <a:p>
            <a:r>
              <a:rPr sz="1800"/>
              <a:t>• Application Load Balancers</a:t>
            </a:r>
          </a:p>
          <a:p>
            <a:r>
              <a:rPr sz="1800"/>
              <a:t>• Step Functions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Project Goal:</a:t>
            </a:r>
          </a:p>
          <a:p>
            <a:r>
              <a:rPr sz="1800"/>
              <a:t>Create a serverless API using API Gateway and Lambda.</a:t>
            </a:r>
          </a:p>
          <a:p>
            <a:endParaRPr sz="1800"/>
          </a:p>
          <a:p>
            <a:r>
              <a:rPr sz="1800"/>
              <a:t>Lambda Function Name:</a:t>
            </a:r>
          </a:p>
          <a:p>
            <a:r>
              <a:rPr sz="1800"/>
              <a:t>demo-api-gateway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Browser/User</a:t>
            </a:r>
          </a:p>
          <a:p>
            <a:r>
              <a:rPr sz="1800"/>
              <a:t>      ↓</a:t>
            </a:r>
          </a:p>
          <a:p>
            <a:r>
              <a:rPr sz="1800"/>
              <a:t>API Gateway</a:t>
            </a:r>
          </a:p>
          <a:p>
            <a:r>
              <a:rPr sz="1800"/>
              <a:t>      ↓</a:t>
            </a:r>
          </a:p>
          <a:p>
            <a:r>
              <a:rPr sz="1800"/>
              <a:t>Lambda Function</a:t>
            </a:r>
          </a:p>
          <a:p>
            <a:r>
              <a:rPr sz="1800"/>
              <a:t>      ↓</a:t>
            </a:r>
          </a:p>
          <a:p>
            <a:r>
              <a:rPr sz="1800"/>
              <a:t>JSON Response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1 - Create Lambda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Open AWS Lambda console</a:t>
            </a:r>
          </a:p>
          <a:p>
            <a:r>
              <a:rPr sz="1800"/>
              <a:t>• Create function</a:t>
            </a:r>
          </a:p>
          <a:p>
            <a:r>
              <a:rPr sz="1800"/>
              <a:t>• Runtime: Python 3.x</a:t>
            </a:r>
          </a:p>
          <a:p>
            <a:r>
              <a:rPr sz="1800"/>
              <a:t>• Function Name: demo-api-gateway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2 - Add Lambda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Python code returns JSON response:</a:t>
            </a:r>
          </a:p>
          <a:p>
            <a:endParaRPr sz="1800"/>
          </a:p>
          <a:p>
            <a:r>
              <a:rPr sz="1800"/>
              <a:t>{</a:t>
            </a:r>
          </a:p>
          <a:p>
            <a:r>
              <a:rPr sz="1800"/>
              <a:t>  "message": "Hello from API Gateway"</a:t>
            </a:r>
          </a:p>
          <a:p>
            <a:r>
              <a:rPr sz="180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3 - Create 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Open API Gateway</a:t>
            </a:r>
          </a:p>
          <a:p>
            <a:r>
              <a:rPr sz="1800"/>
              <a:t>• Select HTTP API</a:t>
            </a:r>
          </a:p>
          <a:p>
            <a:r>
              <a:rPr sz="1800"/>
              <a:t>• Add Lambda integration</a:t>
            </a:r>
          </a:p>
          <a:p>
            <a:r>
              <a:rPr sz="1800"/>
              <a:t>• Select demo-api-gateway function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4 - Configure 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Method: GET</a:t>
            </a:r>
          </a:p>
          <a:p>
            <a:r>
              <a:rPr sz="1800"/>
              <a:t>Resource Path: /hello</a:t>
            </a:r>
          </a:p>
          <a:p>
            <a:endParaRPr sz="1800"/>
          </a:p>
          <a:p>
            <a:r>
              <a:rPr sz="1800"/>
              <a:t>Meaning:</a:t>
            </a:r>
          </a:p>
          <a:p>
            <a:r>
              <a:rPr sz="1800"/>
              <a:t>GET requests to /hello invoke Lambda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5 - Deploy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Use $default stage</a:t>
            </a:r>
          </a:p>
          <a:p>
            <a:r>
              <a:rPr sz="1800"/>
              <a:t>• Create API</a:t>
            </a:r>
          </a:p>
          <a:p>
            <a:r>
              <a:rPr sz="1800"/>
              <a:t>• Copy Invoke URL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the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Test URL:</a:t>
            </a:r>
          </a:p>
          <a:p>
            <a:r>
              <a:rPr sz="1800"/>
              <a:t>https://api-id.execute-api.region.amazonaws.com/hello</a:t>
            </a:r>
          </a:p>
          <a:p>
            <a:endParaRPr sz="1800"/>
          </a:p>
          <a:p>
            <a:r>
              <a:rPr sz="1800"/>
              <a:t>Expected Response:</a:t>
            </a:r>
          </a:p>
          <a:p>
            <a:r>
              <a:rPr sz="1800"/>
              <a:t>{ "message": "Hello from API Gateway"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Flow in Real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1. Browser sends GET request</a:t>
            </a:r>
          </a:p>
          <a:p>
            <a:r>
              <a:rPr sz="1800"/>
              <a:t>2. API Gateway receives request</a:t>
            </a:r>
          </a:p>
          <a:p>
            <a:r>
              <a:rPr sz="1800"/>
              <a:t>3. API Gateway invokes Lambda</a:t>
            </a:r>
          </a:p>
          <a:p>
            <a:r>
              <a:rPr sz="1800"/>
              <a:t>4. Lambda executes Python code</a:t>
            </a:r>
          </a:p>
          <a:p>
            <a:r>
              <a:rPr sz="1800"/>
              <a:t>5. Lambda returns JSON response</a:t>
            </a:r>
          </a:p>
          <a:p>
            <a:r>
              <a:rPr sz="1800"/>
              <a:t>6. API Gateway sends response back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CloudWatch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API Gateway and Lambda automatically send logs to CloudWatch.</a:t>
            </a:r>
          </a:p>
          <a:p>
            <a:endParaRPr sz="1800"/>
          </a:p>
          <a:p>
            <a:r>
              <a:rPr sz="1800"/>
              <a:t>Useful for:</a:t>
            </a:r>
          </a:p>
          <a:p>
            <a:r>
              <a:rPr sz="1800"/>
              <a:t>• Monitoring</a:t>
            </a:r>
          </a:p>
          <a:p>
            <a:r>
              <a:rPr sz="1800"/>
              <a:t>• Debugging</a:t>
            </a:r>
          </a:p>
          <a:p>
            <a:r>
              <a:rPr sz="1800"/>
              <a:t>• Error tracking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403 Forbidden → Permission issue</a:t>
            </a:r>
          </a:p>
          <a:p>
            <a:r>
              <a:rPr sz="1800"/>
              <a:t>500 Internal Server Error → Lambda issue</a:t>
            </a:r>
          </a:p>
          <a:p>
            <a:r>
              <a:rPr sz="1800"/>
              <a:t>Not Found → Wrong route/path</a:t>
            </a:r>
          </a:p>
          <a:p>
            <a:r>
              <a:rPr sz="1800"/>
              <a:t>Timeout → Lambda execution delay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Fully managed</a:t>
            </a:r>
          </a:p>
          <a:p>
            <a:r>
              <a:rPr sz="1800"/>
              <a:t>• Secure HTTPS support</a:t>
            </a:r>
          </a:p>
          <a:p>
            <a:r>
              <a:rPr sz="1800"/>
              <a:t>• Automatic scaling</a:t>
            </a:r>
          </a:p>
          <a:p>
            <a:r>
              <a:rPr sz="1800"/>
              <a:t>• Cost effective</a:t>
            </a:r>
          </a:p>
          <a:p>
            <a:r>
              <a:rPr sz="1800"/>
              <a:t>• Serverless integration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Successfully created a serverless API using API Gateway and Lambda.</a:t>
            </a:r>
          </a:p>
          <a:p>
            <a:endParaRPr sz="1800"/>
          </a:p>
          <a:p>
            <a:r>
              <a:rPr sz="1800"/>
              <a:t>This architecture is scalable, secure, cost-effective, and widely used in modern cloud-native applications.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34</TotalTime>
  <Words>550</Words>
  <Application>Microsoft Office PowerPoint</Application>
  <PresentationFormat>On-screen Show (4:3)</PresentationFormat>
  <Paragraphs>125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Bookman Old Style</vt:lpstr>
      <vt:lpstr>Rockwell</vt:lpstr>
      <vt:lpstr>Damask</vt:lpstr>
      <vt:lpstr>AWS API Gateway</vt:lpstr>
      <vt:lpstr>What is API Gateway?</vt:lpstr>
      <vt:lpstr>Simple Definition</vt:lpstr>
      <vt:lpstr>Why API Gateway is Important</vt:lpstr>
      <vt:lpstr>Real World Analogy</vt:lpstr>
      <vt:lpstr>What is an API?</vt:lpstr>
      <vt:lpstr>Types of APIs in AWS API Gateway</vt:lpstr>
      <vt:lpstr>Common HTTP Methods</vt:lpstr>
      <vt:lpstr>Services Integrated with API Gateway</vt:lpstr>
      <vt:lpstr>Hands-On Project Overview</vt:lpstr>
      <vt:lpstr>Architecture Diagram</vt:lpstr>
      <vt:lpstr>Step 1 - Create Lambda Function</vt:lpstr>
      <vt:lpstr>Step 2 - Add Lambda Code</vt:lpstr>
      <vt:lpstr>Step 3 - Create API Gateway</vt:lpstr>
      <vt:lpstr>Step 4 - Configure Route</vt:lpstr>
      <vt:lpstr>Step 5 - Deploy API</vt:lpstr>
      <vt:lpstr>Testing the API</vt:lpstr>
      <vt:lpstr>Request Flow in Real Time</vt:lpstr>
      <vt:lpstr>CloudWatch Integration</vt:lpstr>
      <vt:lpstr>Common Errors</vt:lpstr>
      <vt:lpstr>Advantages of API Gateway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Taha Quadri</dc:creator>
  <cp:keywords/>
  <dc:description>generated using python-pptx</dc:description>
  <cp:lastModifiedBy>Syed Taha Quadri</cp:lastModifiedBy>
  <cp:revision>4</cp:revision>
  <dcterms:created xsi:type="dcterms:W3CDTF">2013-01-27T09:14:16Z</dcterms:created>
  <dcterms:modified xsi:type="dcterms:W3CDTF">2026-05-06T11:31:04Z</dcterms:modified>
  <cp:category/>
</cp:coreProperties>
</file>