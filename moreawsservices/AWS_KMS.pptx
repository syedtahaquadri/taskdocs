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9" r:id="rId21"/>
    <p:sldId id="280" r:id="rId22"/>
    <p:sldId id="28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Key Management Service (KMS)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KMS provides centralized and secure management of encryption keys used to protect data across AWS services. It simplifies encryption implementation while maintaining high security standards, compliance, and audit capabilities.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KMS?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AWS KMS (Key Management Service) is a fully managed AWS service used to create, manage, rotate, and control cryptographic encryption keys.</a:t>
            </a:r>
          </a:p>
          <a:p>
            <a:endParaRPr sz="1600"/>
          </a:p>
          <a:p>
            <a:r>
              <a:rPr sz="1600"/>
              <a:t>KMS integrates with multiple AWS services such as S3, EBS, RDS, Lambda, and Secrets Manager to provide secure encryption and decryption of sensitive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Encryption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Encryption converts readable data into unreadable encrypted data to prevent unauthorized access.</a:t>
            </a:r>
          </a:p>
          <a:p>
            <a:endParaRPr sz="1600"/>
          </a:p>
          <a:p>
            <a:r>
              <a:rPr sz="1600"/>
              <a:t>Benefits of encryption:</a:t>
            </a:r>
          </a:p>
          <a:p>
            <a:r>
              <a:rPr sz="1600"/>
              <a:t>• Protects confidential business information</a:t>
            </a:r>
          </a:p>
          <a:p>
            <a:r>
              <a:rPr sz="1600"/>
              <a:t>• Secures customer and employee data</a:t>
            </a:r>
          </a:p>
          <a:p>
            <a:r>
              <a:rPr sz="1600"/>
              <a:t>• Helps organizations meet compliance requirements</a:t>
            </a:r>
          </a:p>
          <a:p>
            <a:r>
              <a:rPr sz="1600"/>
              <a:t>• Prevents data exposure during storage and transmission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Imagine storing important documents inside a locker.</a:t>
            </a:r>
          </a:p>
          <a:p>
            <a:endParaRPr sz="1600"/>
          </a:p>
          <a:p>
            <a:r>
              <a:rPr sz="1600"/>
              <a:t>• Data = Important documents</a:t>
            </a:r>
          </a:p>
          <a:p>
            <a:r>
              <a:rPr sz="1600"/>
              <a:t>• Encryption = Locking the locker</a:t>
            </a:r>
          </a:p>
          <a:p>
            <a:r>
              <a:rPr sz="1600"/>
              <a:t>• Encryption key = Locker key</a:t>
            </a:r>
          </a:p>
          <a:p>
            <a:r>
              <a:rPr sz="1600"/>
              <a:t>• AWS KMS = Highly secure vault managing all locker keys</a:t>
            </a:r>
          </a:p>
          <a:p>
            <a:endParaRPr sz="1600"/>
          </a:p>
          <a:p>
            <a:r>
              <a:rPr sz="1600"/>
              <a:t>Without the correct key, nobody can access the contents securely.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Organizations Use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Organizations use AWS KMS for:</a:t>
            </a:r>
          </a:p>
          <a:p>
            <a:endParaRPr sz="1600"/>
          </a:p>
          <a:p>
            <a:r>
              <a:rPr sz="1600"/>
              <a:t>• Securing files stored in S3 buckets</a:t>
            </a:r>
          </a:p>
          <a:p>
            <a:r>
              <a:rPr sz="1600"/>
              <a:t>• Encrypting EBS volumes and snapshots</a:t>
            </a:r>
          </a:p>
          <a:p>
            <a:r>
              <a:rPr sz="1600"/>
              <a:t>• Encrypting RDS databases</a:t>
            </a:r>
          </a:p>
          <a:p>
            <a:r>
              <a:rPr sz="1600"/>
              <a:t>• Protecting Lambda environment variables</a:t>
            </a:r>
          </a:p>
          <a:p>
            <a:r>
              <a:rPr sz="1600"/>
              <a:t>• Meeting compliance standards such as PCI-DSS, HIPAA, and GDPR</a:t>
            </a:r>
          </a:p>
          <a:p>
            <a:r>
              <a:rPr sz="1600"/>
              <a:t>• Centralized encryption key management across cloud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in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Important AWS KMS concepts include:</a:t>
            </a:r>
          </a:p>
          <a:p>
            <a:endParaRPr sz="1600"/>
          </a:p>
          <a:p>
            <a:r>
              <a:rPr sz="1600"/>
              <a:t>• Encryption and decryption operations</a:t>
            </a:r>
          </a:p>
          <a:p>
            <a:r>
              <a:rPr sz="1600"/>
              <a:t>• Customer Managed Keys (CMK)</a:t>
            </a:r>
          </a:p>
          <a:p>
            <a:r>
              <a:rPr sz="1600"/>
              <a:t>• AWS Managed Keys</a:t>
            </a:r>
          </a:p>
          <a:p>
            <a:r>
              <a:rPr sz="1600"/>
              <a:t>• Data Encryption Keys (DEK)</a:t>
            </a:r>
          </a:p>
          <a:p>
            <a:r>
              <a:rPr sz="1600"/>
              <a:t>• Key policies and IAM permissions</a:t>
            </a:r>
          </a:p>
          <a:p>
            <a:r>
              <a:rPr sz="1600"/>
              <a:t>• Automatic key rotation</a:t>
            </a:r>
          </a:p>
          <a:p>
            <a:r>
              <a:rPr sz="1600"/>
              <a:t>• CloudTrail audit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Keys in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1. AWS Managed Keys:</a:t>
            </a:r>
          </a:p>
          <a:p>
            <a:r>
              <a:rPr sz="1600"/>
              <a:t>Automatically created and managed by AWS.</a:t>
            </a:r>
          </a:p>
          <a:p>
            <a:endParaRPr sz="1600"/>
          </a:p>
          <a:p>
            <a:r>
              <a:rPr sz="1600"/>
              <a:t>2. Customer Managed Keys:</a:t>
            </a:r>
          </a:p>
          <a:p>
            <a:r>
              <a:rPr sz="1600"/>
              <a:t>Created and controlled by users for custom permissions and rotation.</a:t>
            </a:r>
          </a:p>
          <a:p>
            <a:endParaRPr sz="1600"/>
          </a:p>
          <a:p>
            <a:r>
              <a:rPr sz="1600"/>
              <a:t>3. AWS Owned Keys:</a:t>
            </a:r>
          </a:p>
          <a:p>
            <a:r>
              <a:rPr sz="1600"/>
              <a:t>Used internally by AWS services and not visible to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Symmetric and Asymmetric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Symmetric Keys:</a:t>
            </a:r>
          </a:p>
          <a:p>
            <a:r>
              <a:rPr sz="1600"/>
              <a:t>• Same key used for encryption and decryption</a:t>
            </a:r>
          </a:p>
          <a:p>
            <a:r>
              <a:rPr sz="1600"/>
              <a:t>• Commonly used in AWS service integrations</a:t>
            </a:r>
          </a:p>
          <a:p>
            <a:endParaRPr sz="1600"/>
          </a:p>
          <a:p>
            <a:r>
              <a:rPr sz="1600"/>
              <a:t>Asymmetric Keys:</a:t>
            </a:r>
          </a:p>
          <a:p>
            <a:r>
              <a:rPr sz="1600"/>
              <a:t>• Uses public and private key pair</a:t>
            </a:r>
          </a:p>
          <a:p>
            <a:r>
              <a:rPr sz="1600"/>
              <a:t>• Used for advanced cryptographic operations and digital signatures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 Integrated with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AWS KMS integrates with several AWS services:</a:t>
            </a:r>
          </a:p>
          <a:p>
            <a:endParaRPr sz="1600"/>
          </a:p>
          <a:p>
            <a:r>
              <a:rPr sz="1600"/>
              <a:t>• Amazon S3 → Encrypt objects</a:t>
            </a:r>
          </a:p>
          <a:p>
            <a:r>
              <a:rPr sz="1600"/>
              <a:t>• Amazon EBS → Encrypt volumes</a:t>
            </a:r>
          </a:p>
          <a:p>
            <a:r>
              <a:rPr sz="1600"/>
              <a:t>• Amazon RDS → Encrypt databases</a:t>
            </a:r>
          </a:p>
          <a:p>
            <a:r>
              <a:rPr sz="1600"/>
              <a:t>• AWS Lambda → Encrypt environment variables</a:t>
            </a:r>
          </a:p>
          <a:p>
            <a:r>
              <a:rPr sz="1600"/>
              <a:t>• AWS Secrets Manager → Protect secrets and credentials</a:t>
            </a:r>
          </a:p>
          <a:p>
            <a:r>
              <a:rPr sz="1600"/>
              <a:t>• Amazon EFS → Encrypt file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Project Goal:</a:t>
            </a:r>
          </a:p>
          <a:p>
            <a:r>
              <a:rPr sz="1600"/>
              <a:t>Configure AWS KMS encryption for an Amazon S3 bucket so that all uploaded files are automatically encrypted using a customer-managed KMS key.</a:t>
            </a:r>
          </a:p>
          <a:p>
            <a:endParaRPr sz="1600"/>
          </a:p>
          <a:p>
            <a:r>
              <a:rPr sz="1600"/>
              <a:t>This demonstrates secure cloud storage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Workflow:</a:t>
            </a:r>
          </a:p>
          <a:p>
            <a:endParaRPr sz="1600"/>
          </a:p>
          <a:p>
            <a:r>
              <a:rPr sz="1600"/>
              <a:t>1. User uploads file to Amazon S3 bucket</a:t>
            </a:r>
          </a:p>
          <a:p>
            <a:r>
              <a:rPr sz="1600"/>
              <a:t>2. S3 contacts AWS KMS for encryption</a:t>
            </a:r>
          </a:p>
          <a:p>
            <a:r>
              <a:rPr sz="1600"/>
              <a:t>3. AWS KMS generates encryption capability</a:t>
            </a:r>
          </a:p>
          <a:p>
            <a:r>
              <a:rPr sz="1600"/>
              <a:t>4. S3 encrypts object automatically</a:t>
            </a:r>
          </a:p>
          <a:p>
            <a:r>
              <a:rPr sz="1600"/>
              <a:t>5. Encrypted object is securely stored in the bucket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1 - Create Amazon S3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Steps:</a:t>
            </a:r>
          </a:p>
          <a:p>
            <a:endParaRPr sz="1600"/>
          </a:p>
          <a:p>
            <a:r>
              <a:rPr sz="1600"/>
              <a:t>• Open Amazon S3 Console</a:t>
            </a:r>
          </a:p>
          <a:p>
            <a:r>
              <a:rPr sz="1600"/>
              <a:t>• Create a new S3 bucket</a:t>
            </a:r>
          </a:p>
          <a:p>
            <a:r>
              <a:rPr sz="1600"/>
              <a:t>• Configure bucket name and region</a:t>
            </a:r>
          </a:p>
          <a:p>
            <a:r>
              <a:rPr sz="1600"/>
              <a:t>• Keep default settings or configure according to requirements</a:t>
            </a:r>
          </a:p>
          <a:p>
            <a:r>
              <a:rPr sz="1600"/>
              <a:t>• Complete bucket creation successfully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2 - Create AWS KMS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Steps:</a:t>
            </a:r>
          </a:p>
          <a:p>
            <a:endParaRPr sz="1600"/>
          </a:p>
          <a:p>
            <a:r>
              <a:rPr sz="1600"/>
              <a:t>• Open AWS KMS Console</a:t>
            </a:r>
          </a:p>
          <a:p>
            <a:r>
              <a:rPr sz="1600"/>
              <a:t>• Select Customer Managed Key</a:t>
            </a:r>
          </a:p>
          <a:p>
            <a:r>
              <a:rPr sz="1600"/>
              <a:t>• Choose Symmetric encryption</a:t>
            </a:r>
          </a:p>
          <a:p>
            <a:r>
              <a:rPr sz="1600"/>
              <a:t>• Configure alias and description</a:t>
            </a:r>
          </a:p>
          <a:p>
            <a:r>
              <a:rPr sz="1600"/>
              <a:t>• Assign key administrators and key users</a:t>
            </a:r>
          </a:p>
          <a:p>
            <a:r>
              <a:rPr sz="1600"/>
              <a:t>• Create and activate KMS key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3 - Configure Key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AWS KMS permissions determine who can:</a:t>
            </a:r>
          </a:p>
          <a:p>
            <a:endParaRPr sz="1600"/>
          </a:p>
          <a:p>
            <a:r>
              <a:rPr sz="1600"/>
              <a:t>• Encrypt data</a:t>
            </a:r>
          </a:p>
          <a:p>
            <a:r>
              <a:rPr sz="1600"/>
              <a:t>• Decrypt data</a:t>
            </a:r>
          </a:p>
          <a:p>
            <a:r>
              <a:rPr sz="1600"/>
              <a:t>• Use the KMS key</a:t>
            </a:r>
          </a:p>
          <a:p>
            <a:r>
              <a:rPr sz="1600"/>
              <a:t>• Manage key rotation</a:t>
            </a:r>
          </a:p>
          <a:p>
            <a:r>
              <a:rPr sz="1600"/>
              <a:t>• Modify key policies</a:t>
            </a:r>
          </a:p>
          <a:p>
            <a:endParaRPr sz="1600"/>
          </a:p>
          <a:p>
            <a:r>
              <a:rPr sz="1600"/>
              <a:t>Permissions are controlled using IAM policies and Key Policies.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4 - Enable SSE-KMS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Navigate to:</a:t>
            </a:r>
          </a:p>
          <a:p>
            <a:r>
              <a:rPr sz="1600"/>
              <a:t>S3 Bucket → Properties → Default Encryption</a:t>
            </a:r>
          </a:p>
          <a:p>
            <a:endParaRPr sz="1600"/>
          </a:p>
          <a:p>
            <a:r>
              <a:rPr sz="1600"/>
              <a:t>Select:</a:t>
            </a:r>
          </a:p>
          <a:p>
            <a:r>
              <a:rPr sz="1600"/>
              <a:t>Server-side encryption using AWS KMS (SSE-KMS)</a:t>
            </a:r>
          </a:p>
          <a:p>
            <a:endParaRPr sz="1600"/>
          </a:p>
          <a:p>
            <a:r>
              <a:rPr sz="1600"/>
              <a:t>Choose the customer-managed KMS key created earlier.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Encryption Works Internally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Internal Process:</a:t>
            </a:r>
          </a:p>
          <a:p>
            <a:endParaRPr sz="1600"/>
          </a:p>
          <a:p>
            <a:r>
              <a:rPr sz="1600"/>
              <a:t>1. File upload starts</a:t>
            </a:r>
          </a:p>
          <a:p>
            <a:r>
              <a:rPr sz="1600"/>
              <a:t>2. Amazon S3 contacts AWS KMS</a:t>
            </a:r>
          </a:p>
          <a:p>
            <a:r>
              <a:rPr sz="1600"/>
              <a:t>3. KMS generates Data Encryption Key (DEK)</a:t>
            </a:r>
          </a:p>
          <a:p>
            <a:r>
              <a:rPr sz="1600"/>
              <a:t>4. S3 encrypts object using generated key</a:t>
            </a:r>
          </a:p>
          <a:p>
            <a:r>
              <a:rPr sz="1600"/>
              <a:t>5. Encrypted object stored securely</a:t>
            </a:r>
          </a:p>
          <a:p>
            <a:r>
              <a:rPr sz="1600"/>
              <a:t>6. During download, authorized users can decrypt and access the file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Data Encryption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Data Encryption Keys (DEK) are temporary encryption keys generated by KMS.</a:t>
            </a:r>
          </a:p>
          <a:p>
            <a:endParaRPr sz="1600"/>
          </a:p>
          <a:p>
            <a:r>
              <a:rPr sz="1600"/>
              <a:t>Advantages:</a:t>
            </a:r>
          </a:p>
          <a:p>
            <a:r>
              <a:rPr sz="1600"/>
              <a:t>• Faster encryption performance</a:t>
            </a:r>
          </a:p>
          <a:p>
            <a:r>
              <a:rPr sz="1600"/>
              <a:t>• Improved scalability</a:t>
            </a:r>
          </a:p>
          <a:p>
            <a:r>
              <a:rPr sz="1600"/>
              <a:t>• Better security separation</a:t>
            </a:r>
          </a:p>
          <a:p>
            <a:r>
              <a:rPr sz="1600"/>
              <a:t>• Efficient encryption for large files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Verify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Verification Steps:</a:t>
            </a:r>
          </a:p>
          <a:p>
            <a:endParaRPr sz="1600"/>
          </a:p>
          <a:p>
            <a:r>
              <a:rPr sz="1600"/>
              <a:t>• Upload file to S3 bucket</a:t>
            </a:r>
          </a:p>
          <a:p>
            <a:r>
              <a:rPr sz="1600"/>
              <a:t>• Open object properties</a:t>
            </a:r>
          </a:p>
          <a:p>
            <a:r>
              <a:rPr sz="1600"/>
              <a:t>• Check Server-side Encryption section</a:t>
            </a:r>
          </a:p>
          <a:p>
            <a:r>
              <a:rPr sz="1600"/>
              <a:t>• Verify encryption type shows AWS-KMS</a:t>
            </a:r>
          </a:p>
          <a:p>
            <a:r>
              <a:rPr sz="1600"/>
              <a:t>• Confirm KMS key alias is displayed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AWS KMS supports automatic annual key rotation.</a:t>
            </a:r>
          </a:p>
          <a:p>
            <a:endParaRPr sz="1600"/>
          </a:p>
          <a:p>
            <a:r>
              <a:rPr sz="1600"/>
              <a:t>Advantages:</a:t>
            </a:r>
          </a:p>
          <a:p>
            <a:r>
              <a:rPr sz="1600"/>
              <a:t>• Reduces risk of compromised keys</a:t>
            </a:r>
          </a:p>
          <a:p>
            <a:r>
              <a:rPr sz="1600"/>
              <a:t>• Improves security posture</a:t>
            </a:r>
          </a:p>
          <a:p>
            <a:r>
              <a:rPr sz="1600"/>
              <a:t>• Meets compliance standards</a:t>
            </a:r>
          </a:p>
          <a:p>
            <a:r>
              <a:rPr sz="1600"/>
              <a:t>• Simplifies key lifecycle 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KMS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Recommended Best Practices:</a:t>
            </a:r>
          </a:p>
          <a:p>
            <a:endParaRPr sz="1600"/>
          </a:p>
          <a:p>
            <a:r>
              <a:rPr sz="1600"/>
              <a:t>• Use Customer Managed Keys for production workloads</a:t>
            </a:r>
          </a:p>
          <a:p>
            <a:r>
              <a:rPr sz="1600"/>
              <a:t>• Enable automatic key rotation</a:t>
            </a:r>
          </a:p>
          <a:p>
            <a:r>
              <a:rPr sz="1600"/>
              <a:t>• Apply least privilege IAM permissions</a:t>
            </a:r>
          </a:p>
          <a:p>
            <a:r>
              <a:rPr sz="1600"/>
              <a:t>• Monitor KMS activity using CloudTrail</a:t>
            </a:r>
          </a:p>
          <a:p>
            <a:r>
              <a:rPr sz="1600"/>
              <a:t>• Avoid deleting actively used keys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Key Advantages:</a:t>
            </a:r>
          </a:p>
          <a:p>
            <a:endParaRPr sz="1600"/>
          </a:p>
          <a:p>
            <a:r>
              <a:rPr sz="1600"/>
              <a:t>• Fully managed service</a:t>
            </a:r>
          </a:p>
          <a:p>
            <a:r>
              <a:rPr sz="1600"/>
              <a:t>• Highly secure encryption management</a:t>
            </a:r>
          </a:p>
          <a:p>
            <a:r>
              <a:rPr sz="1600"/>
              <a:t>• Easy AWS service integration</a:t>
            </a:r>
          </a:p>
          <a:p>
            <a:r>
              <a:rPr sz="1600"/>
              <a:t>• Centralized access control</a:t>
            </a:r>
          </a:p>
          <a:p>
            <a:r>
              <a:rPr sz="1600"/>
              <a:t>• Compliance and auditing support</a:t>
            </a:r>
          </a:p>
          <a:p>
            <a:r>
              <a:rPr sz="1600"/>
              <a:t>• Scalable enterprise-grade encryption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Successfully implemented AWS KMS encryption with Amazon S3.</a:t>
            </a:r>
          </a:p>
          <a:p>
            <a:endParaRPr sz="1600"/>
          </a:p>
          <a:p>
            <a:r>
              <a:rPr sz="1600"/>
              <a:t>The project demonstrated secure cloud storage, centralized key management, automatic encryption, access control, and integration between AWS services to protect sensitive business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954</Words>
  <Application>Microsoft Office PowerPoint</Application>
  <PresentationFormat>On-screen Show (4:3)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AWS Key Management Service (KMS)</vt:lpstr>
      <vt:lpstr>What is AWS KMS?</vt:lpstr>
      <vt:lpstr>Why Encryption is Important</vt:lpstr>
      <vt:lpstr>Real World Analogy</vt:lpstr>
      <vt:lpstr>Why Organizations Use AWS KMS</vt:lpstr>
      <vt:lpstr>Core Concepts in AWS KMS</vt:lpstr>
      <vt:lpstr>Types of Keys in AWS KMS</vt:lpstr>
      <vt:lpstr>Symmetric and Asymmetric Keys</vt:lpstr>
      <vt:lpstr>AWS Services Integrated with KMS</vt:lpstr>
      <vt:lpstr>Project Overview</vt:lpstr>
      <vt:lpstr>Architecture Overview</vt:lpstr>
      <vt:lpstr>Step 1 - Create Amazon S3 Bucket</vt:lpstr>
      <vt:lpstr>Step 2 - Create AWS KMS Key</vt:lpstr>
      <vt:lpstr>Step 3 - Configure Key Permissions</vt:lpstr>
      <vt:lpstr>Step 4 - Enable SSE-KMS Encryption</vt:lpstr>
      <vt:lpstr>How Encryption Works Internally</vt:lpstr>
      <vt:lpstr>Understanding Data Encryption Keys</vt:lpstr>
      <vt:lpstr>How to Verify Encryption</vt:lpstr>
      <vt:lpstr>Key Rotation</vt:lpstr>
      <vt:lpstr>AWS KMS Best Practices</vt:lpstr>
      <vt:lpstr>Advantages of AWS KMS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2</cp:revision>
  <dcterms:created xsi:type="dcterms:W3CDTF">2013-01-27T09:14:16Z</dcterms:created>
  <dcterms:modified xsi:type="dcterms:W3CDTF">2026-05-06T11:27:05Z</dcterms:modified>
  <cp:category/>
</cp:coreProperties>
</file>